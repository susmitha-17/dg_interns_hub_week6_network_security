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6/wm_pp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 – Web Security &amp;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Testing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77240" y="3108960"/>
            <a:ext cx="1188720" cy="45720"/>
          </a:xfrm>
          <a:prstGeom prst="rect">
            <a:avLst/>
          </a:prstGeom>
          <a:solidFill>
            <a:srgbClr val="6FD3C7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37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Basics — DVWA  |  Burp Suite  |  OWASP ZAP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5577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PAILACHUKKA SUSMITHA
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– Cyber Security Internship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6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60934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6" name="Text 3"/>
          <p:cNvSpPr/>
          <p:nvPr/>
        </p:nvSpPr>
        <p:spPr>
          <a:xfrm>
            <a:off x="932688" y="1463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common web application vulnerabilities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176272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20299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test DVWA in a controlled lab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59689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SQL Injection testing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310128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316382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Reflected and Stored XSS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877056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37307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HTTP traffic using Burp Suite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444398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" y="42976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automated scan using OWASP ZAP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5010912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8" name="Text 15"/>
          <p:cNvSpPr/>
          <p:nvPr/>
        </p:nvSpPr>
        <p:spPr>
          <a:xfrm>
            <a:off x="932688" y="48646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findings, risk, and mitigations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– Web Security &amp; Vulnerability Testing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6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Environment &amp; Tools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29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 Linux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Linux (DVWA via Docker)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URL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http://192.168.56.101:4280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DVWA Security Level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(for controlled demonstration)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C4"/>
                </a:solidFill>
              </a:rPr>
              <a:t>Tools Used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0080" y="375818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8" name="Text 4"/>
          <p:cNvSpPr/>
          <p:nvPr/>
        </p:nvSpPr>
        <p:spPr>
          <a:xfrm>
            <a:off x="932688" y="3611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– intentionally vulnerable web app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426110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0" name="Text 6"/>
          <p:cNvSpPr/>
          <p:nvPr/>
        </p:nvSpPr>
        <p:spPr>
          <a:xfrm>
            <a:off x="932688" y="4114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Community Edition – HTTP proxy &amp; analysis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47640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2" name="Text 8"/>
          <p:cNvSpPr/>
          <p:nvPr/>
        </p:nvSpPr>
        <p:spPr>
          <a:xfrm>
            <a:off x="932688" y="46177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– automated vulnerability scanning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– Web Security &amp; Vulnerability Testing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6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DVWA Setup &amp; SQL Injection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280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deployed via Docker on Ubuntu; security level set to Low for controlled testing.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155680" cy="640080"/>
          </a:xfrm>
          <a:prstGeom prst="roundRect">
            <a:avLst>
              <a:gd name="adj" fmla="val 7143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  1' OR '1'='1 #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7F5EA"/>
          </a:solidFill>
          <a:ln w="16510">
            <a:solidFill>
              <a:srgbClr val="1B7A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9352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0" name="Text 7"/>
          <p:cNvSpPr/>
          <p:nvPr/>
        </p:nvSpPr>
        <p:spPr>
          <a:xfrm>
            <a:off x="1161288" y="2788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test (ID=1) returned a single expected record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3319272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2" name="Text 9"/>
          <p:cNvSpPr/>
          <p:nvPr/>
        </p:nvSpPr>
        <p:spPr>
          <a:xfrm>
            <a:off x="1161288" y="317296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returned multiple user records instead of one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68680" y="3703320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4" name="Text 11"/>
          <p:cNvSpPr/>
          <p:nvPr/>
        </p:nvSpPr>
        <p:spPr>
          <a:xfrm>
            <a:off x="1161288" y="355701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input was interpreted as part of the SQL query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48640" y="4297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Mitigation: prepared statements, parameterized queries, input validation, least-privilege DB accounts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– Web Security &amp; Vulnerability Testing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6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Reflected &amp; Stored XSS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371600"/>
            <a:ext cx="5394960" cy="5486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371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Reflected XSS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Payload: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&lt;script&gt;alert('XSS')&lt;/script&gt;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0175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submitted via the "name" parameter was reflected back and executed immediately, confirmed by a JavaScript alert box.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371600"/>
            <a:ext cx="539496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1371600"/>
            <a:ext cx="5394960" cy="548640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1371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Stored XSS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Payload: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2377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&lt;script&gt;alert('Stored XSS')&lt;/script&gt;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30175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saved via the guestbook form executed on page reload for any visitor — confirmed by a JavaScript alert box.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– Web Security &amp; Vulnerability Testing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6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 Testing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2801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Proxy: 127.0.0.1:8080     Used to capture and analyze HTTP traffic during SQLi and Reflected XSS testing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155680" cy="3108960"/>
          </a:xfrm>
          <a:prstGeom prst="roundRect">
            <a:avLst>
              <a:gd name="adj" fmla="val 1765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0116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D3C7"/>
                </a:solidFill>
              </a:rPr>
              <a:t>Reflected XSS Request Captured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5694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9" name="Text 6"/>
          <p:cNvSpPr/>
          <p:nvPr/>
        </p:nvSpPr>
        <p:spPr>
          <a:xfrm>
            <a:off x="1161288" y="2423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GET     Path: /vulnerabilities/xss_r/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68680" y="30266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1" name="Text 8"/>
          <p:cNvSpPr/>
          <p:nvPr/>
        </p:nvSpPr>
        <p:spPr>
          <a:xfrm>
            <a:off x="1161288" y="2880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192.168.56.101:4280     Parameter: name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68680" y="34838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3" name="Text 10"/>
          <p:cNvSpPr/>
          <p:nvPr/>
        </p:nvSpPr>
        <p:spPr>
          <a:xfrm>
            <a:off x="1161288" y="3337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(encoded): &lt;script&gt;alert('Reflected XSS')&lt;/script&gt;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68680" y="39410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5" name="Text 12"/>
          <p:cNvSpPr/>
          <p:nvPr/>
        </p:nvSpPr>
        <p:spPr>
          <a:xfrm>
            <a:off x="1161288" y="3794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200 OK — Server: Apache/2.4.68 (Debian), X-Powered-By: PHP/8.5.10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– Web Security &amp; Vulnerability Testing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6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 Automated Scan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Target: http://192.168.56.101:4280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55555"/>
                </a:solidFill>
              </a:rPr>
              <a:t>Automated scan completed successfully; alerts reviewed for confirmed, non-exaggerated findings.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21945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Anti-clickjacking Header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871216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72491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Leaks Version Information via "Server"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40080" y="3401568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32552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 Header Missing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40080" y="3931920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378561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Page Banner Information Leak (Systemic)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40080" y="4462272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" y="43159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 – Suspicious Comment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5532120"/>
            <a:ext cx="11155680" cy="777240"/>
          </a:xfrm>
          <a:prstGeom prst="roundRect">
            <a:avLst>
              <a:gd name="adj" fmla="val 5882"/>
            </a:avLst>
          </a:prstGeom>
          <a:solidFill>
            <a:srgbClr val="FFF3CD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5321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D6608"/>
                </a:solidFill>
              </a:rPr>
              <a:t>All confirmed findings were rated Low risk or Informational — none were High or Critical.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– Web Security &amp; Vulnerability Testing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6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Findings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55680" cy="2194560"/>
        </p:xfrm>
        <a:graphic>
          <a:graphicData uri="http://schemas.openxmlformats.org/drawingml/2006/table">
            <a:tbl>
              <a:tblPr/>
              <a:tblGrid>
                <a:gridCol w="6766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Anti-clickjacking Header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Leaks Version Information via "Server"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X-Content-Type-Options Header Missing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931920"/>
            <a:ext cx="11155680" cy="1097280"/>
          </a:xfrm>
          <a:prstGeom prst="roundRect">
            <a:avLst>
              <a:gd name="adj" fmla="val 4167"/>
            </a:avLst>
          </a:prstGeom>
          <a:solidFill>
            <a:srgbClr val="FFF3CD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39319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D6608"/>
                </a:solidFill>
              </a:rPr>
              <a:t>These are configuration observations from an authorized lab exercise — not proof of exploitation.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– Web Security &amp; Vulnerability Testing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6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&amp; Learning Outcomes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C4"/>
                </a:solidFill>
              </a:rPr>
              <a:t>Mitigation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17922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&amp; prepared statements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267712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21214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output encoding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743200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259689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3218688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307238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X-Content-Type-Options: nosniff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694176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3547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server version disclosure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C4"/>
                </a:solidFill>
              </a:rPr>
              <a:t>Learning Outcomes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92240" y="17922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8" name="Text 15"/>
          <p:cNvSpPr/>
          <p:nvPr/>
        </p:nvSpPr>
        <p:spPr>
          <a:xfrm>
            <a:off x="6784848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&amp; XSS in practice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92240" y="2267712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20" name="Text 17"/>
          <p:cNvSpPr/>
          <p:nvPr/>
        </p:nvSpPr>
        <p:spPr>
          <a:xfrm>
            <a:off x="6784848" y="21214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request/response analysis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92240" y="2743200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22" name="Text 19"/>
          <p:cNvSpPr/>
          <p:nvPr/>
        </p:nvSpPr>
        <p:spPr>
          <a:xfrm>
            <a:off x="6784848" y="259689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automated scanning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92240" y="3218688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24" name="Text 21"/>
          <p:cNvSpPr/>
          <p:nvPr/>
        </p:nvSpPr>
        <p:spPr>
          <a:xfrm>
            <a:off x="6784848" y="307238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confidence levels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492240" y="3694176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26" name="Text 23"/>
          <p:cNvSpPr/>
          <p:nvPr/>
        </p:nvSpPr>
        <p:spPr>
          <a:xfrm>
            <a:off x="6784848" y="3547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VAPT documentation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– Web Security &amp; Vulnerability Testing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6/wm_pp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6FD3C7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517904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deployed and tested in an authorized local lab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048256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90195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demonstrated using baseline + payload comparison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578608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43230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and Stored XSS both demonstrated successfully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296265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used for HTTP request/response analysis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3639312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4930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used for automated vulnerability scanning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4169664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confirmed findings were Low risk or Informational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7F5"/>
                </a:solidFill>
              </a:rPr>
              <a:t>PAILACHUKKA SUSMITHA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2026-09-29T09:30:59Z</dcterms:created>
  <dcterms:modified xsi:type="dcterms:W3CDTF">2026-09-29T09:30:59Z</dcterms:modified>
</cp:coreProperties>
</file>